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  <p:sldMasterId id="2147483694" r:id="rId5"/>
    <p:sldMasterId id="2147483697" r:id="rId6"/>
  </p:sldMasterIdLst>
  <p:notesMasterIdLst>
    <p:notesMasterId r:id="rId10"/>
  </p:notesMasterIdLst>
  <p:handoutMasterIdLst>
    <p:handoutMasterId r:id="rId11"/>
  </p:handoutMasterIdLst>
  <p:sldIdLst>
    <p:sldId id="270" r:id="rId7"/>
    <p:sldId id="11093795" r:id="rId8"/>
    <p:sldId id="1109373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133480E-4BED-B8D7-A80D-2794E9D5377C}" name="Yona Silvy" initials="YS" userId="S::yona.silvy_universite-paris-saclay.fr#ext#@liveatedusmuedu.onmicrosoft.com::4b0b2aab-7de0-4b52-ba3d-814b868294c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466"/>
    <a:srgbClr val="5492CD"/>
    <a:srgbClr val="E7F0F8"/>
    <a:srgbClr val="E8F1F8"/>
    <a:srgbClr val="EBF3FA"/>
    <a:srgbClr val="DB00CA"/>
    <a:srgbClr val="C8DE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29ECF3-EE41-0046-2BF6-ABA2F19B7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BCCB3-462D-8478-E659-BBF01F2B1A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6E7B7-AFA2-FF4E-B495-3958CEB761C0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F080A0-2311-F8B6-6A4D-1234E80AE9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90DBD-C079-5350-A632-773E7CF383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BBA07-7ED9-9F4E-B474-D44F0DD02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944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B0B9E-BB15-4BD7-A61A-7B1F413A21A8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B595A-35AC-49D2-A503-FDED4C4EC3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90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EAEB-1BE9-7897-8CF8-14D7E7AB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1139C-A196-8ABC-B576-7B5AD3451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36095-956D-194A-C3D3-73B3D5F7A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0DFC4-35FD-DD7A-341B-F70D24482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60AA6-7293-F64D-9E9F-4CC4CA6317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3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344D-58CB-34F6-5CC2-97025C50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B71BE-E2F3-C371-8C67-EC93C4153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07850-193B-1701-DCD4-9140F63A2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301DD-0C72-617D-9A6A-A293AFB408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B595A-35AC-49D2-A503-FDED4C4EC3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12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65762" y="1178561"/>
            <a:ext cx="11477324" cy="5337503"/>
          </a:xfrm>
        </p:spPr>
        <p:txBody>
          <a:bodyPr lIns="0" tIns="0" rIns="0" bIns="0"/>
          <a:lstStyle>
            <a:lvl1pPr marL="342891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 b="1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  <a:lvl2pPr marL="68571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2pPr>
            <a:lvl3pPr marL="1028550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3pPr>
            <a:lvl4pPr marL="137137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4pPr>
            <a:lvl5pPr marL="1714208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5pPr>
          </a:lstStyle>
          <a:p>
            <a:pPr lvl="0"/>
            <a:endParaRPr lang="en-US"/>
          </a:p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6B8101-7BC4-4284-9D88-FF2112B79D69}"/>
              </a:ext>
            </a:extLst>
          </p:cNvPr>
          <p:cNvSpPr txBox="1"/>
          <p:nvPr userDrawn="1"/>
        </p:nvSpPr>
        <p:spPr>
          <a:xfrm>
            <a:off x="65024" y="63162"/>
            <a:ext cx="120294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280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 anchor="ctr"/>
          <a:lstStyle>
            <a:lvl1pPr algn="ctr">
              <a:defRPr b="0">
                <a:solidFill>
                  <a:schemeClr val="tx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/>
            <a:fld id="{3B1102E9-33F3-4189-85C3-C06D97E985C7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 defTabSz="914377"/>
              <a:t>10/06/2026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/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/>
            <a:fld id="{57FD6BCD-5763-4381-8810-9F2B1C055200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 defTabSz="914377"/>
              <a:t>‹#›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218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87681" y="855526"/>
            <a:ext cx="5735320" cy="1150007"/>
          </a:xfrm>
          <a:noFill/>
        </p:spPr>
        <p:txBody>
          <a:bodyPr lIns="0" tIns="182880" rIns="182880" bIns="182880" anchor="ctr" anchorCtr="0">
            <a:noAutofit/>
          </a:bodyPr>
          <a:lstStyle>
            <a:lvl1pPr algn="l">
              <a:lnSpc>
                <a:spcPts val="3000"/>
              </a:lnSpc>
              <a:defRPr sz="3200" b="1" baseline="0">
                <a:solidFill>
                  <a:srgbClr val="006A9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7680" y="2005533"/>
            <a:ext cx="5735320" cy="4556632"/>
          </a:xfrm>
        </p:spPr>
        <p:txBody>
          <a:bodyPr lIns="0" tIns="0" rIns="0" bIns="0"/>
          <a:lstStyle>
            <a:lvl1pPr marL="380990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1pPr>
            <a:lvl2pPr marL="723818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2pPr>
            <a:lvl3pPr marL="1066649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3pPr>
            <a:lvl4pPr marL="1409478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4pPr>
            <a:lvl5pPr marL="1752307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939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936" y="3461119"/>
            <a:ext cx="11397616" cy="2286539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ts val="1800"/>
              </a:lnSpc>
              <a:buNone/>
              <a:defRPr sz="2000" baseline="0">
                <a:solidFill>
                  <a:schemeClr val="accent4">
                    <a:lumMod val="50000"/>
                  </a:schemeClr>
                </a:solidFill>
              </a:defRPr>
            </a:lvl1pPr>
            <a:lvl2pPr marL="342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1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8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07027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65761" y="855527"/>
            <a:ext cx="12007843" cy="811807"/>
          </a:xfr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2600"/>
              </a:lnSpc>
              <a:defRPr sz="3200" b="1" cap="none" baseline="0">
                <a:solidFill>
                  <a:srgbClr val="003466"/>
                </a:solidFill>
              </a:defRPr>
            </a:lvl1pPr>
          </a:lstStyle>
          <a:p>
            <a:r>
              <a:rPr lang="en-US"/>
              <a:t>Click here to add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65762" y="1924052"/>
            <a:ext cx="11477324" cy="4592011"/>
          </a:xfrm>
        </p:spPr>
        <p:txBody>
          <a:bodyPr lIns="0" tIns="0" rIns="0" bIns="0"/>
          <a:lstStyle>
            <a:lvl1pPr marL="342891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  <a:lvl2pPr marL="68571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2pPr>
            <a:lvl3pPr marL="1028550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3pPr>
            <a:lvl4pPr marL="137137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4pPr>
            <a:lvl5pPr marL="1714208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5pPr>
          </a:lstStyle>
          <a:p>
            <a:pPr lvl="0"/>
            <a:endParaRPr lang="en-US"/>
          </a:p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0656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DD5F9D-5E87-87E7-5654-BF8CB6E8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F0CA8-7ED4-4028-AD01-B384F43A2C7E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2A12BE-A8ED-088D-40B3-155AB1F9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A93F7-774C-BFB2-5275-D4947705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3B32F-E3BA-4EAB-987B-18C3411FE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7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487681" y="855526"/>
            <a:ext cx="5735320" cy="1150007"/>
          </a:xfrm>
          <a:noFill/>
        </p:spPr>
        <p:txBody>
          <a:bodyPr lIns="0" tIns="182880" rIns="182880" bIns="182880" anchor="ctr" anchorCtr="0">
            <a:noAutofit/>
          </a:bodyPr>
          <a:lstStyle>
            <a:lvl1pPr algn="l">
              <a:lnSpc>
                <a:spcPts val="3000"/>
              </a:lnSpc>
              <a:defRPr sz="3200" b="1" baseline="0">
                <a:solidFill>
                  <a:srgbClr val="006A96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87680" y="2005533"/>
            <a:ext cx="5735320" cy="4556632"/>
          </a:xfrm>
        </p:spPr>
        <p:txBody>
          <a:bodyPr lIns="0" tIns="0" rIns="0" bIns="0"/>
          <a:lstStyle>
            <a:lvl1pPr marL="380990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1pPr>
            <a:lvl2pPr marL="723818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2pPr>
            <a:lvl3pPr marL="1066649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3pPr>
            <a:lvl4pPr marL="1409478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4pPr>
            <a:lvl5pPr marL="1752307" indent="-380990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rgbClr val="0C68AC"/>
              </a:buClr>
              <a:buFont typeface="Arial" panose="020B0604020202020204" pitchFamily="34" charset="0"/>
              <a:buChar char="•"/>
              <a:defRPr sz="2000">
                <a:solidFill>
                  <a:srgbClr val="007DBA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226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65761" y="855527"/>
            <a:ext cx="12007843" cy="811807"/>
          </a:xfr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2600"/>
              </a:lnSpc>
              <a:defRPr sz="3200" b="1" cap="none" baseline="0">
                <a:solidFill>
                  <a:srgbClr val="003466"/>
                </a:solidFill>
              </a:defRPr>
            </a:lvl1pPr>
          </a:lstStyle>
          <a:p>
            <a:r>
              <a:rPr lang="en-US"/>
              <a:t>Click here to add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1"/>
          </p:nvPr>
        </p:nvSpPr>
        <p:spPr>
          <a:xfrm>
            <a:off x="365762" y="1924052"/>
            <a:ext cx="11477324" cy="4592011"/>
          </a:xfrm>
        </p:spPr>
        <p:txBody>
          <a:bodyPr lIns="0" tIns="0" rIns="0" bIns="0"/>
          <a:lstStyle>
            <a:lvl1pPr marL="342891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  <a:lvl2pPr marL="68571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2pPr>
            <a:lvl3pPr marL="1028550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3pPr>
            <a:lvl4pPr marL="1371379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4pPr>
            <a:lvl5pPr marL="1714208" indent="-342891">
              <a:lnSpc>
                <a:spcPts val="18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charset="0"/>
              <a:buChar char="•"/>
              <a:defRPr sz="2400">
                <a:solidFill>
                  <a:schemeClr val="accent4">
                    <a:lumMod val="50000"/>
                  </a:schemeClr>
                </a:solidFill>
              </a:defRPr>
            </a:lvl5pPr>
          </a:lstStyle>
          <a:p>
            <a:pPr lvl="0"/>
            <a:endParaRPr lang="en-US"/>
          </a:p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85066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03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6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79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503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98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6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29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95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798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78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4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977B9A-C566-C74A-AAE2-943473E21063}"/>
              </a:ext>
            </a:extLst>
          </p:cNvPr>
          <p:cNvSpPr/>
          <p:nvPr userDrawn="1"/>
        </p:nvSpPr>
        <p:spPr>
          <a:xfrm>
            <a:off x="0" y="0"/>
            <a:ext cx="12192000" cy="741877"/>
          </a:xfrm>
          <a:prstGeom prst="rect">
            <a:avLst/>
          </a:prstGeom>
          <a:solidFill>
            <a:srgbClr val="B7A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733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062" y="999744"/>
            <a:ext cx="11560305" cy="44460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202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342830" rtl="0" eaLnBrk="1" latinLnBrk="0" hangingPunct="1">
        <a:lnSpc>
          <a:spcPts val="2251"/>
        </a:lnSpc>
        <a:spcBef>
          <a:spcPct val="0"/>
        </a:spcBef>
        <a:buNone/>
        <a:defRPr sz="3200" b="1" kern="1200" baseline="0">
          <a:solidFill>
            <a:srgbClr val="00346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2" indent="-257122" algn="l" defTabSz="34283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7097" indent="-214269" algn="l" defTabSz="34283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075" indent="-171416" algn="l" defTabSz="34283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09478" indent="-380990" algn="l" defTabSz="34283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007DBA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2732" indent="-171416" algn="l" defTabSz="342830" rtl="0" eaLnBrk="1" latinLnBrk="0" hangingPunct="1">
        <a:lnSpc>
          <a:spcPct val="1000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00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62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91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21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50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662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489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318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146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6975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399805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634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192">
          <p15:clr>
            <a:srgbClr val="F26B43"/>
          </p15:clr>
        </p15:guide>
        <p15:guide id="4" pos="5568">
          <p15:clr>
            <a:srgbClr val="F26B43"/>
          </p15:clr>
        </p15:guide>
        <p15:guide id="5" orient="horz" pos="468">
          <p15:clr>
            <a:srgbClr val="F26B43"/>
          </p15:clr>
        </p15:guide>
        <p15:guide id="7" orient="horz" pos="756">
          <p15:clr>
            <a:srgbClr val="F26B43"/>
          </p15:clr>
        </p15:guide>
        <p15:guide id="8" orient="horz" pos="3078">
          <p15:clr>
            <a:srgbClr val="F26B43"/>
          </p15:clr>
        </p15:guide>
        <p15:guide id="9" orient="horz" pos="636">
          <p15:clr>
            <a:srgbClr val="F26B43"/>
          </p15:clr>
        </p15:guide>
        <p15:guide id="10" orient="horz" pos="3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8495" y="776465"/>
            <a:ext cx="11371232" cy="914400"/>
          </a:xfrm>
          <a:prstGeom prst="rect">
            <a:avLst/>
          </a:prstGeom>
        </p:spPr>
        <p:txBody>
          <a:bodyPr vert="horz" lIns="0" tIns="0" rIns="91430" bIns="0" rtlCol="0" anchor="b" anchorCtr="0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495" y="2137323"/>
            <a:ext cx="11358032" cy="42056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2429DE-04D2-45FF-A81B-7190102F40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52000" y="77161"/>
            <a:ext cx="3560464" cy="54647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1A3B80D-2721-4F28-B7D8-B935582DDB7A}"/>
              </a:ext>
            </a:extLst>
          </p:cNvPr>
          <p:cNvSpPr txBox="1"/>
          <p:nvPr userDrawn="1"/>
        </p:nvSpPr>
        <p:spPr>
          <a:xfrm>
            <a:off x="288000" y="44210"/>
            <a:ext cx="5280000" cy="625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133" b="1">
                <a:solidFill>
                  <a:schemeClr val="bg1"/>
                </a:solidFill>
                <a:latin typeface="Arial Narrow" panose="020B0606020202030204" pitchFamily="34" charset="0"/>
              </a:rPr>
              <a:t>SEVENTH ASSESSMENT CYCLE</a:t>
            </a:r>
          </a:p>
          <a:p>
            <a:r>
              <a:rPr lang="fr-FR" sz="1333" b="0" err="1">
                <a:solidFill>
                  <a:schemeClr val="bg1"/>
                </a:solidFill>
                <a:latin typeface="Arial Narrow" panose="020B0606020202030204" pitchFamily="34" charset="0"/>
              </a:rPr>
              <a:t>Working</a:t>
            </a:r>
            <a:r>
              <a:rPr lang="fr-FR" sz="1333" b="0">
                <a:solidFill>
                  <a:schemeClr val="bg1"/>
                </a:solidFill>
                <a:latin typeface="Arial Narrow" panose="020B0606020202030204" pitchFamily="34" charset="0"/>
              </a:rPr>
              <a:t> Group I – The Physical Science Basis</a:t>
            </a:r>
          </a:p>
        </p:txBody>
      </p:sp>
    </p:spTree>
    <p:extLst>
      <p:ext uri="{BB962C8B-B14F-4D97-AF65-F5344CB8AC3E}">
        <p14:creationId xmlns:p14="http://schemas.microsoft.com/office/powerpoint/2010/main" val="149545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342830" rtl="0" eaLnBrk="1" latinLnBrk="0" hangingPunct="1">
        <a:lnSpc>
          <a:spcPts val="2251"/>
        </a:lnSpc>
        <a:spcBef>
          <a:spcPct val="0"/>
        </a:spcBef>
        <a:buNone/>
        <a:defRPr sz="4267" b="1" kern="1200" baseline="0">
          <a:solidFill>
            <a:srgbClr val="003466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7122" indent="-257122" algn="l" defTabSz="342830" rtl="0" eaLnBrk="1" latinLnBrk="0" hangingPunct="1">
        <a:lnSpc>
          <a:spcPts val="18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400" kern="1200" baseline="0">
          <a:solidFill>
            <a:srgbClr val="007DB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57097" indent="-214269" algn="l" defTabSz="342830" rtl="0" eaLnBrk="1" latinLnBrk="0" hangingPunct="1">
        <a:lnSpc>
          <a:spcPts val="18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400" kern="1200" baseline="0">
          <a:solidFill>
            <a:srgbClr val="007DB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075" indent="-171416" algn="l" defTabSz="342830" rtl="0" eaLnBrk="1" latinLnBrk="0" hangingPunct="1">
        <a:lnSpc>
          <a:spcPts val="18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400" kern="1200" baseline="0">
          <a:solidFill>
            <a:srgbClr val="007DB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9903" indent="-171416" algn="l" defTabSz="342830" rtl="0" eaLnBrk="1" latinLnBrk="0" hangingPunct="1">
        <a:lnSpc>
          <a:spcPts val="18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400" kern="1200" baseline="0">
          <a:solidFill>
            <a:srgbClr val="007DB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2732" indent="-171416" algn="l" defTabSz="342830" rtl="0" eaLnBrk="1" latinLnBrk="0" hangingPunct="1">
        <a:lnSpc>
          <a:spcPts val="1800"/>
        </a:lnSpc>
        <a:spcBef>
          <a:spcPts val="600"/>
        </a:spcBef>
        <a:spcAft>
          <a:spcPts val="1200"/>
        </a:spcAft>
        <a:buClr>
          <a:srgbClr val="007DBA"/>
        </a:buClr>
        <a:buFont typeface="Arial"/>
        <a:buChar char="•"/>
        <a:defRPr sz="2400" kern="1200" baseline="0">
          <a:solidFill>
            <a:srgbClr val="007DB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562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391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221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050" indent="-171416" algn="l" defTabSz="34283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30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662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489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318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146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6975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399805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2634" algn="l" defTabSz="342830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192">
          <p15:clr>
            <a:srgbClr val="F26B43"/>
          </p15:clr>
        </p15:guide>
        <p15:guide id="4" pos="5568">
          <p15:clr>
            <a:srgbClr val="F26B43"/>
          </p15:clr>
        </p15:guide>
        <p15:guide id="5" orient="horz" pos="468">
          <p15:clr>
            <a:srgbClr val="F26B43"/>
          </p15:clr>
        </p15:guide>
        <p15:guide id="7" orient="horz" pos="756">
          <p15:clr>
            <a:srgbClr val="F26B43"/>
          </p15:clr>
        </p15:guide>
        <p15:guide id="8" orient="horz" pos="3078">
          <p15:clr>
            <a:srgbClr val="F26B43"/>
          </p15:clr>
        </p15:guide>
        <p15:guide id="9" orient="horz" pos="636">
          <p15:clr>
            <a:srgbClr val="F26B43"/>
          </p15:clr>
        </p15:guide>
        <p15:guide id="10" orient="horz" pos="39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5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D3744-8856-DBD1-EA95-2F8C7D845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Rounded Rectangle 1147">
            <a:extLst>
              <a:ext uri="{FF2B5EF4-FFF2-40B4-BE49-F238E27FC236}">
                <a16:creationId xmlns:a16="http://schemas.microsoft.com/office/drawing/2014/main" id="{800392EE-74B0-9C0E-162D-7A7296859694}"/>
              </a:ext>
            </a:extLst>
          </p:cNvPr>
          <p:cNvSpPr/>
          <p:nvPr/>
        </p:nvSpPr>
        <p:spPr>
          <a:xfrm>
            <a:off x="120967" y="1229732"/>
            <a:ext cx="2897212" cy="5239290"/>
          </a:xfrm>
          <a:prstGeom prst="roundRect">
            <a:avLst>
              <a:gd name="adj" fmla="val 5151"/>
            </a:avLst>
          </a:prstGeom>
          <a:solidFill>
            <a:srgbClr val="E8F1F8"/>
          </a:solidFill>
          <a:ln w="31750">
            <a:solidFill>
              <a:srgbClr val="5492CD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05B2B-3CCB-66F3-1FEC-860E70A55D9E}"/>
              </a:ext>
            </a:extLst>
          </p:cNvPr>
          <p:cNvSpPr txBox="1"/>
          <p:nvPr/>
        </p:nvSpPr>
        <p:spPr>
          <a:xfrm>
            <a:off x="61092" y="1347695"/>
            <a:ext cx="3020424" cy="369332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Title for Box</a:t>
            </a:r>
          </a:p>
        </p:txBody>
      </p:sp>
      <p:sp>
        <p:nvSpPr>
          <p:cNvPr id="1318" name="Rectangle : coins arrondis 4">
            <a:extLst>
              <a:ext uri="{FF2B5EF4-FFF2-40B4-BE49-F238E27FC236}">
                <a16:creationId xmlns:a16="http://schemas.microsoft.com/office/drawing/2014/main" id="{7886E1AE-6785-498D-9C86-DF2FD8C82964}"/>
              </a:ext>
            </a:extLst>
          </p:cNvPr>
          <p:cNvSpPr/>
          <p:nvPr/>
        </p:nvSpPr>
        <p:spPr>
          <a:xfrm>
            <a:off x="4535864" y="5856094"/>
            <a:ext cx="6921377" cy="612934"/>
          </a:xfrm>
          <a:prstGeom prst="roundRect">
            <a:avLst/>
          </a:prstGeom>
          <a:solidFill>
            <a:srgbClr val="D0E4E6"/>
          </a:solidFill>
          <a:ln w="31750">
            <a:solidFill>
              <a:srgbClr val="263F6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182880" rtlCol="0" anchor="ctr" anchorCtr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color of box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for another type of content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083E2E2-DDC4-BEA0-1BCA-67D2EF4941C3}"/>
              </a:ext>
            </a:extLst>
          </p:cNvPr>
          <p:cNvCxnSpPr>
            <a:cxnSpLocks/>
          </p:cNvCxnSpPr>
          <p:nvPr/>
        </p:nvCxnSpPr>
        <p:spPr>
          <a:xfrm flipV="1">
            <a:off x="10498601" y="3664050"/>
            <a:ext cx="0" cy="2192044"/>
          </a:xfrm>
          <a:prstGeom prst="straightConnector1">
            <a:avLst/>
          </a:prstGeom>
          <a:ln w="31750">
            <a:solidFill>
              <a:srgbClr val="263F6E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526722B-E7FE-1D38-BF20-256AC953A5C0}"/>
              </a:ext>
            </a:extLst>
          </p:cNvPr>
          <p:cNvSpPr txBox="1"/>
          <p:nvPr/>
        </p:nvSpPr>
        <p:spPr>
          <a:xfrm>
            <a:off x="3178436" y="1276226"/>
            <a:ext cx="1387467" cy="33855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Label for line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1" name="Rectangle : coins arrondis 4">
            <a:extLst>
              <a:ext uri="{FF2B5EF4-FFF2-40B4-BE49-F238E27FC236}">
                <a16:creationId xmlns:a16="http://schemas.microsoft.com/office/drawing/2014/main" id="{468DC9C5-A11F-0FB5-D7E0-9416630C543A}"/>
              </a:ext>
            </a:extLst>
          </p:cNvPr>
          <p:cNvSpPr/>
          <p:nvPr/>
        </p:nvSpPr>
        <p:spPr>
          <a:xfrm>
            <a:off x="9419964" y="2160091"/>
            <a:ext cx="2037278" cy="1503959"/>
          </a:xfrm>
          <a:prstGeom prst="roundRect">
            <a:avLst/>
          </a:prstGeom>
          <a:solidFill>
            <a:srgbClr val="E9F2F8"/>
          </a:solidFill>
          <a:ln w="31750">
            <a:solidFill>
              <a:srgbClr val="5492C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defTabSz="914446">
              <a:defRPr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Another box. Maybe this one is bigger because it has more content</a:t>
            </a:r>
          </a:p>
        </p:txBody>
      </p:sp>
      <p:sp>
        <p:nvSpPr>
          <p:cNvPr id="1152" name="Rectangle : coins arrondis 4">
            <a:extLst>
              <a:ext uri="{FF2B5EF4-FFF2-40B4-BE49-F238E27FC236}">
                <a16:creationId xmlns:a16="http://schemas.microsoft.com/office/drawing/2014/main" id="{8CEBEBC0-1D6B-9A90-1021-E97ADBB7F967}"/>
              </a:ext>
            </a:extLst>
          </p:cNvPr>
          <p:cNvSpPr/>
          <p:nvPr/>
        </p:nvSpPr>
        <p:spPr>
          <a:xfrm>
            <a:off x="4535864" y="1229732"/>
            <a:ext cx="4451085" cy="715089"/>
          </a:xfrm>
          <a:prstGeom prst="roundRect">
            <a:avLst/>
          </a:prstGeom>
          <a:solidFill>
            <a:srgbClr val="E7F0F8"/>
          </a:solidFill>
          <a:ln w="31750">
            <a:solidFill>
              <a:srgbClr val="5492C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 Title: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box content</a:t>
            </a:r>
          </a:p>
        </p:txBody>
      </p:sp>
      <p:cxnSp>
        <p:nvCxnSpPr>
          <p:cNvPr id="1157" name="Elbow Connector 1156">
            <a:extLst>
              <a:ext uri="{FF2B5EF4-FFF2-40B4-BE49-F238E27FC236}">
                <a16:creationId xmlns:a16="http://schemas.microsoft.com/office/drawing/2014/main" id="{CC7F4710-00CB-5B16-1327-B74AEB0F6BC2}"/>
              </a:ext>
            </a:extLst>
          </p:cNvPr>
          <p:cNvCxnSpPr>
            <a:cxnSpLocks/>
            <a:stCxn id="1152" idx="3"/>
            <a:endCxn id="1151" idx="0"/>
          </p:cNvCxnSpPr>
          <p:nvPr/>
        </p:nvCxnSpPr>
        <p:spPr>
          <a:xfrm>
            <a:off x="8986949" y="1587277"/>
            <a:ext cx="1451654" cy="572814"/>
          </a:xfrm>
          <a:prstGeom prst="bentConnector2">
            <a:avLst/>
          </a:prstGeom>
          <a:ln w="31750">
            <a:solidFill>
              <a:srgbClr val="5492CD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6" name="Straight Arrow Connector 1165">
            <a:extLst>
              <a:ext uri="{FF2B5EF4-FFF2-40B4-BE49-F238E27FC236}">
                <a16:creationId xmlns:a16="http://schemas.microsoft.com/office/drawing/2014/main" id="{0712BA54-066A-E7F5-EFAA-8D6A159372F0}"/>
              </a:ext>
            </a:extLst>
          </p:cNvPr>
          <p:cNvCxnSpPr>
            <a:cxnSpLocks/>
            <a:stCxn id="1152" idx="1"/>
          </p:cNvCxnSpPr>
          <p:nvPr/>
        </p:nvCxnSpPr>
        <p:spPr>
          <a:xfrm flipH="1">
            <a:off x="3078054" y="1587277"/>
            <a:ext cx="1457810" cy="0"/>
          </a:xfrm>
          <a:prstGeom prst="straightConnector1">
            <a:avLst/>
          </a:prstGeom>
          <a:ln w="31750">
            <a:solidFill>
              <a:srgbClr val="5492CD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9" name="Rectangle : coins arrondis 4">
            <a:extLst>
              <a:ext uri="{FF2B5EF4-FFF2-40B4-BE49-F238E27FC236}">
                <a16:creationId xmlns:a16="http://schemas.microsoft.com/office/drawing/2014/main" id="{ECEF0D57-1210-5ED6-A595-D12792E9A793}"/>
              </a:ext>
            </a:extLst>
          </p:cNvPr>
          <p:cNvSpPr/>
          <p:nvPr/>
        </p:nvSpPr>
        <p:spPr>
          <a:xfrm>
            <a:off x="4535864" y="2847044"/>
            <a:ext cx="4451085" cy="817245"/>
          </a:xfrm>
          <a:prstGeom prst="roundRect">
            <a:avLst/>
          </a:prstGeom>
          <a:solidFill>
            <a:srgbClr val="E7F0F8"/>
          </a:solidFill>
          <a:ln w="31750">
            <a:solidFill>
              <a:srgbClr val="5492C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274320" rtlCol="0" anchor="ctr" anchorCtr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for box</a:t>
            </a:r>
          </a:p>
        </p:txBody>
      </p:sp>
      <p:cxnSp>
        <p:nvCxnSpPr>
          <p:cNvPr id="1170" name="Straight Arrow Connector 1169">
            <a:extLst>
              <a:ext uri="{FF2B5EF4-FFF2-40B4-BE49-F238E27FC236}">
                <a16:creationId xmlns:a16="http://schemas.microsoft.com/office/drawing/2014/main" id="{A20D55D0-BD24-ABAD-ED4D-CF2BECD35ADF}"/>
              </a:ext>
            </a:extLst>
          </p:cNvPr>
          <p:cNvCxnSpPr>
            <a:cxnSpLocks/>
            <a:stCxn id="1152" idx="2"/>
            <a:endCxn id="1169" idx="0"/>
          </p:cNvCxnSpPr>
          <p:nvPr/>
        </p:nvCxnSpPr>
        <p:spPr>
          <a:xfrm>
            <a:off x="6761407" y="1944821"/>
            <a:ext cx="0" cy="902223"/>
          </a:xfrm>
          <a:prstGeom prst="straightConnector1">
            <a:avLst/>
          </a:prstGeom>
          <a:ln w="31750">
            <a:solidFill>
              <a:srgbClr val="5492CD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2" name="TextBox 1241">
            <a:extLst>
              <a:ext uri="{FF2B5EF4-FFF2-40B4-BE49-F238E27FC236}">
                <a16:creationId xmlns:a16="http://schemas.microsoft.com/office/drawing/2014/main" id="{08ACF82A-B42B-03A2-14EF-38F8518F30A7}"/>
              </a:ext>
            </a:extLst>
          </p:cNvPr>
          <p:cNvSpPr txBox="1"/>
          <p:nvPr/>
        </p:nvSpPr>
        <p:spPr>
          <a:xfrm>
            <a:off x="2665898" y="2948062"/>
            <a:ext cx="2122713" cy="338554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Label for line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7948BAE5-44B9-C08C-A1A0-777877AF52E8}"/>
              </a:ext>
            </a:extLst>
          </p:cNvPr>
          <p:cNvCxnSpPr>
            <a:cxnSpLocks/>
          </p:cNvCxnSpPr>
          <p:nvPr/>
        </p:nvCxnSpPr>
        <p:spPr>
          <a:xfrm>
            <a:off x="3018179" y="3253927"/>
            <a:ext cx="1517685" cy="0"/>
          </a:xfrm>
          <a:prstGeom prst="straightConnector1">
            <a:avLst/>
          </a:prstGeom>
          <a:ln w="31750">
            <a:solidFill>
              <a:srgbClr val="5492CD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Arrow Connector 1274">
            <a:extLst>
              <a:ext uri="{FF2B5EF4-FFF2-40B4-BE49-F238E27FC236}">
                <a16:creationId xmlns:a16="http://schemas.microsoft.com/office/drawing/2014/main" id="{31E4BD93-F898-A1E4-DE5B-57BC580AB3B2}"/>
              </a:ext>
            </a:extLst>
          </p:cNvPr>
          <p:cNvCxnSpPr>
            <a:cxnSpLocks/>
            <a:stCxn id="1169" idx="3"/>
          </p:cNvCxnSpPr>
          <p:nvPr/>
        </p:nvCxnSpPr>
        <p:spPr>
          <a:xfrm flipV="1">
            <a:off x="8986949" y="3255547"/>
            <a:ext cx="435728" cy="120"/>
          </a:xfrm>
          <a:prstGeom prst="straightConnector1">
            <a:avLst/>
          </a:prstGeom>
          <a:ln w="31750">
            <a:solidFill>
              <a:srgbClr val="5492CD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8" name="Straight Arrow Connector 1387">
            <a:extLst>
              <a:ext uri="{FF2B5EF4-FFF2-40B4-BE49-F238E27FC236}">
                <a16:creationId xmlns:a16="http://schemas.microsoft.com/office/drawing/2014/main" id="{8A844867-9855-E2FB-B3ED-E598EEAB7901}"/>
              </a:ext>
            </a:extLst>
          </p:cNvPr>
          <p:cNvCxnSpPr>
            <a:cxnSpLocks/>
          </p:cNvCxnSpPr>
          <p:nvPr/>
        </p:nvCxnSpPr>
        <p:spPr>
          <a:xfrm flipV="1">
            <a:off x="6761406" y="3664289"/>
            <a:ext cx="0" cy="2191805"/>
          </a:xfrm>
          <a:prstGeom prst="straightConnector1">
            <a:avLst/>
          </a:prstGeom>
          <a:ln w="31750">
            <a:solidFill>
              <a:srgbClr val="263F6E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2" name="Straight Arrow Connector 1391">
            <a:extLst>
              <a:ext uri="{FF2B5EF4-FFF2-40B4-BE49-F238E27FC236}">
                <a16:creationId xmlns:a16="http://schemas.microsoft.com/office/drawing/2014/main" id="{FECAFBAE-F6DB-EFAB-6799-B4D0C2925D51}"/>
              </a:ext>
            </a:extLst>
          </p:cNvPr>
          <p:cNvCxnSpPr>
            <a:cxnSpLocks/>
          </p:cNvCxnSpPr>
          <p:nvPr/>
        </p:nvCxnSpPr>
        <p:spPr>
          <a:xfrm>
            <a:off x="3054445" y="6170157"/>
            <a:ext cx="1481419" cy="0"/>
          </a:xfrm>
          <a:prstGeom prst="straightConnector1">
            <a:avLst/>
          </a:prstGeom>
          <a:ln w="31750">
            <a:solidFill>
              <a:srgbClr val="263F6E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B93A3375-C657-5363-3E16-F82E5AB738E2}"/>
              </a:ext>
            </a:extLst>
          </p:cNvPr>
          <p:cNvSpPr txBox="1">
            <a:spLocks/>
          </p:cNvSpPr>
          <p:nvPr/>
        </p:nvSpPr>
        <p:spPr bwMode="auto">
          <a:xfrm>
            <a:off x="177828" y="142030"/>
            <a:ext cx="11550627" cy="734179"/>
          </a:xfrm>
          <a:prstGeom prst="rect">
            <a:avLst/>
          </a:prstGeom>
          <a:noFill/>
          <a:ln w="28575">
            <a:noFill/>
          </a:ln>
          <a:effectLst/>
        </p:spPr>
        <p:txBody>
          <a:bodyPr vert="horz" lIns="91440" tIns="45720" rIns="91440" bIns="45720" rtlCol="0" anchor="t">
            <a:no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Title here (can also scale up from this size: just not down)</a:t>
            </a:r>
          </a:p>
        </p:txBody>
      </p:sp>
      <p:sp>
        <p:nvSpPr>
          <p:cNvPr id="10" name="Rectangle : coins arrondis 4">
            <a:extLst>
              <a:ext uri="{FF2B5EF4-FFF2-40B4-BE49-F238E27FC236}">
                <a16:creationId xmlns:a16="http://schemas.microsoft.com/office/drawing/2014/main" id="{99729A22-9B10-AD83-DEDA-3FC18DEAADB8}"/>
              </a:ext>
            </a:extLst>
          </p:cNvPr>
          <p:cNvSpPr/>
          <p:nvPr/>
        </p:nvSpPr>
        <p:spPr>
          <a:xfrm>
            <a:off x="367067" y="1855955"/>
            <a:ext cx="2388008" cy="1376872"/>
          </a:xfrm>
          <a:prstGeom prst="roundRect">
            <a:avLst/>
          </a:prstGeom>
          <a:solidFill>
            <a:schemeClr val="bg1"/>
          </a:solidFill>
          <a:ln w="31750">
            <a:solidFill>
              <a:srgbClr val="5492CD">
                <a:alpha val="25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defTabSz="914446">
              <a:defRPr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Inset box </a:t>
            </a:r>
            <a:b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</a:b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When there is a lot of content, it’s best to align left.</a:t>
            </a:r>
          </a:p>
        </p:txBody>
      </p:sp>
      <p:sp>
        <p:nvSpPr>
          <p:cNvPr id="11" name="Rectangle : coins arrondis 4">
            <a:extLst>
              <a:ext uri="{FF2B5EF4-FFF2-40B4-BE49-F238E27FC236}">
                <a16:creationId xmlns:a16="http://schemas.microsoft.com/office/drawing/2014/main" id="{AEEB1361-83F9-D2A1-6002-CB1E1A67929D}"/>
              </a:ext>
            </a:extLst>
          </p:cNvPr>
          <p:cNvSpPr/>
          <p:nvPr/>
        </p:nvSpPr>
        <p:spPr>
          <a:xfrm>
            <a:off x="367067" y="3474614"/>
            <a:ext cx="2388008" cy="1376872"/>
          </a:xfrm>
          <a:prstGeom prst="roundRect">
            <a:avLst/>
          </a:prstGeom>
          <a:solidFill>
            <a:schemeClr val="bg1"/>
          </a:solidFill>
          <a:ln w="31750">
            <a:solidFill>
              <a:srgbClr val="5492CD">
                <a:alpha val="25000"/>
              </a:srgb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/>
          <a:lstStyle/>
          <a:p>
            <a:pPr defTabSz="914446">
              <a:defRPr/>
            </a:pP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469D0E1-6344-60D4-A75A-224DE545E5D9}"/>
              </a:ext>
            </a:extLst>
          </p:cNvPr>
          <p:cNvSpPr txBox="1">
            <a:spLocks/>
          </p:cNvSpPr>
          <p:nvPr/>
        </p:nvSpPr>
        <p:spPr bwMode="auto">
          <a:xfrm>
            <a:off x="177829" y="648846"/>
            <a:ext cx="11550626" cy="680518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1900" b="0" dirty="0">
                <a:latin typeface="Arial" panose="020B0604020202020204" pitchFamily="34" charset="0"/>
                <a:cs typeface="Arial" panose="020B0604020202020204" pitchFamily="34" charset="0"/>
              </a:rPr>
              <a:t>Sub headlines can provide technical info or additional context (optional)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C425F1-417A-EDBC-8190-B15A04B9B4B7}"/>
              </a:ext>
            </a:extLst>
          </p:cNvPr>
          <p:cNvSpPr txBox="1"/>
          <p:nvPr/>
        </p:nvSpPr>
        <p:spPr>
          <a:xfrm>
            <a:off x="6968642" y="3993338"/>
            <a:ext cx="32017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Design tip: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align lines/arrows and edges of boxes. This gives the perception of organization and makes the content more clear and inviting. Tidiness matters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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23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8C20F-F566-FFDA-9F62-DEDBC50B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C4EC74B-A24F-D899-BD9E-9F729D201CB7}"/>
              </a:ext>
            </a:extLst>
          </p:cNvPr>
          <p:cNvCxnSpPr>
            <a:cxnSpLocks/>
            <a:stCxn id="105" idx="2"/>
            <a:endCxn id="118" idx="0"/>
          </p:cNvCxnSpPr>
          <p:nvPr/>
        </p:nvCxnSpPr>
        <p:spPr>
          <a:xfrm flipH="1">
            <a:off x="2697686" y="4657405"/>
            <a:ext cx="4" cy="663388"/>
          </a:xfrm>
          <a:prstGeom prst="straightConnector1">
            <a:avLst/>
          </a:prstGeom>
          <a:ln w="25400">
            <a:solidFill>
              <a:srgbClr val="00346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 : coins arrondis 4">
            <a:extLst>
              <a:ext uri="{FF2B5EF4-FFF2-40B4-BE49-F238E27FC236}">
                <a16:creationId xmlns:a16="http://schemas.microsoft.com/office/drawing/2014/main" id="{9393D7AD-E398-201C-7860-63181DD4E4F6}"/>
              </a:ext>
            </a:extLst>
          </p:cNvPr>
          <p:cNvSpPr/>
          <p:nvPr/>
        </p:nvSpPr>
        <p:spPr>
          <a:xfrm>
            <a:off x="1174483" y="1890500"/>
            <a:ext cx="3046414" cy="409517"/>
          </a:xfrm>
          <a:prstGeom prst="roundRect">
            <a:avLst/>
          </a:prstGeom>
          <a:solidFill>
            <a:srgbClr val="E7F0F8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Label here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221996B-F1B7-7890-4D26-B9622053FE20}"/>
              </a:ext>
            </a:extLst>
          </p:cNvPr>
          <p:cNvSpPr/>
          <p:nvPr/>
        </p:nvSpPr>
        <p:spPr>
          <a:xfrm>
            <a:off x="1174482" y="2489191"/>
            <a:ext cx="3046414" cy="781980"/>
          </a:xfrm>
          <a:prstGeom prst="roundRect">
            <a:avLst/>
          </a:prstGeom>
          <a:solidFill>
            <a:srgbClr val="E7F0F8"/>
          </a:solidFill>
          <a:ln w="25400">
            <a:solidFill>
              <a:srgbClr val="0034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type of content </a:t>
            </a:r>
            <a:b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 different type of box)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15B6B3-ADFC-BD31-475A-88F2DBDB5AF6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697689" y="2300017"/>
            <a:ext cx="1" cy="189174"/>
          </a:xfrm>
          <a:prstGeom prst="straightConnector1">
            <a:avLst/>
          </a:prstGeom>
          <a:ln w="25400">
            <a:solidFill>
              <a:srgbClr val="003466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 : coins arrondis 4">
            <a:extLst>
              <a:ext uri="{FF2B5EF4-FFF2-40B4-BE49-F238E27FC236}">
                <a16:creationId xmlns:a16="http://schemas.microsoft.com/office/drawing/2014/main" id="{B081D4F5-2DA3-BD4C-17B9-B4DB56951F3B}"/>
              </a:ext>
            </a:extLst>
          </p:cNvPr>
          <p:cNvSpPr/>
          <p:nvPr/>
        </p:nvSpPr>
        <p:spPr>
          <a:xfrm>
            <a:off x="384118" y="1927323"/>
            <a:ext cx="933244" cy="306272"/>
          </a:xfrm>
          <a:prstGeom prst="roundRect">
            <a:avLst>
              <a:gd name="adj" fmla="val 50000"/>
            </a:avLst>
          </a:prstGeom>
          <a:solidFill>
            <a:srgbClr val="5492CD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 anchorCtr="0">
            <a:noAutofit/>
          </a:bodyPr>
          <a:lstStyle/>
          <a:p>
            <a:pPr algn="ctr" defTabSz="914446">
              <a:defRPr/>
            </a:pP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sym typeface="Arial"/>
              </a:rPr>
              <a:t>START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7E1250-5E01-63C4-9234-0C2B66E04440}"/>
              </a:ext>
            </a:extLst>
          </p:cNvPr>
          <p:cNvCxnSpPr>
            <a:cxnSpLocks/>
          </p:cNvCxnSpPr>
          <p:nvPr/>
        </p:nvCxnSpPr>
        <p:spPr>
          <a:xfrm>
            <a:off x="4220894" y="2752439"/>
            <a:ext cx="990148" cy="0"/>
          </a:xfrm>
          <a:prstGeom prst="straightConnector1">
            <a:avLst/>
          </a:prstGeom>
          <a:ln w="31750">
            <a:solidFill>
              <a:srgbClr val="003466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 : coins arrondis 4">
            <a:extLst>
              <a:ext uri="{FF2B5EF4-FFF2-40B4-BE49-F238E27FC236}">
                <a16:creationId xmlns:a16="http://schemas.microsoft.com/office/drawing/2014/main" id="{825B3D1F-001B-427E-FB85-75A98741434E}"/>
              </a:ext>
            </a:extLst>
          </p:cNvPr>
          <p:cNvSpPr/>
          <p:nvPr/>
        </p:nvSpPr>
        <p:spPr>
          <a:xfrm>
            <a:off x="5211042" y="2503793"/>
            <a:ext cx="3216266" cy="488476"/>
          </a:xfrm>
          <a:prstGeom prst="roundRect">
            <a:avLst/>
          </a:prstGeom>
          <a:solidFill>
            <a:srgbClr val="E7F0F8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no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box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721E671E-B9DB-CF17-8753-923E9EE2E34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2697689" y="3271170"/>
            <a:ext cx="0" cy="976205"/>
          </a:xfrm>
          <a:prstGeom prst="straightConnector1">
            <a:avLst/>
          </a:prstGeom>
          <a:ln w="25400">
            <a:solidFill>
              <a:srgbClr val="003466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 : coins arrondis 4">
            <a:extLst>
              <a:ext uri="{FF2B5EF4-FFF2-40B4-BE49-F238E27FC236}">
                <a16:creationId xmlns:a16="http://schemas.microsoft.com/office/drawing/2014/main" id="{0C30D0B4-6F1D-B91D-9E5B-5A4DBE777584}"/>
              </a:ext>
            </a:extLst>
          </p:cNvPr>
          <p:cNvSpPr/>
          <p:nvPr/>
        </p:nvSpPr>
        <p:spPr>
          <a:xfrm>
            <a:off x="1174483" y="4260588"/>
            <a:ext cx="3046413" cy="396817"/>
          </a:xfrm>
          <a:prstGeom prst="roundRect">
            <a:avLst/>
          </a:prstGeom>
          <a:solidFill>
            <a:srgbClr val="E7F0F8"/>
          </a:solidFill>
          <a:ln w="25400">
            <a:solidFill>
              <a:srgbClr val="0034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noAutofit/>
          </a:bodyPr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3F7DD1A-A7C7-6A8C-DF11-F90129177632}"/>
              </a:ext>
            </a:extLst>
          </p:cNvPr>
          <p:cNvGrpSpPr/>
          <p:nvPr/>
        </p:nvGrpSpPr>
        <p:grpSpPr>
          <a:xfrm>
            <a:off x="4313079" y="2581760"/>
            <a:ext cx="732418" cy="598008"/>
            <a:chOff x="4500725" y="2690459"/>
            <a:chExt cx="607523" cy="49603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8F61CAE-B32E-7D05-671F-B36D6846D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0203" y="2690459"/>
              <a:ext cx="274599" cy="274599"/>
            </a:xfrm>
            <a:prstGeom prst="rect">
              <a:avLst/>
            </a:prstGeom>
          </p:spPr>
        </p:pic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B45F0A43-8A31-9EF7-78CF-D7F77AB42915}"/>
                </a:ext>
              </a:extLst>
            </p:cNvPr>
            <p:cNvSpPr txBox="1"/>
            <p:nvPr/>
          </p:nvSpPr>
          <p:spPr>
            <a:xfrm>
              <a:off x="4500725" y="2924882"/>
              <a:ext cx="6075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140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sp>
        <p:nvSpPr>
          <p:cNvPr id="118" name="Rectangle : coins arrondis 4">
            <a:extLst>
              <a:ext uri="{FF2B5EF4-FFF2-40B4-BE49-F238E27FC236}">
                <a16:creationId xmlns:a16="http://schemas.microsoft.com/office/drawing/2014/main" id="{01C85892-5616-BCF8-06CF-BB7FD4C68757}"/>
              </a:ext>
            </a:extLst>
          </p:cNvPr>
          <p:cNvSpPr/>
          <p:nvPr/>
        </p:nvSpPr>
        <p:spPr>
          <a:xfrm>
            <a:off x="1174482" y="5320793"/>
            <a:ext cx="3046408" cy="488476"/>
          </a:xfrm>
          <a:prstGeom prst="roundRect">
            <a:avLst/>
          </a:prstGeom>
          <a:solidFill>
            <a:srgbClr val="E7F0F8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numCol="1" spcCol="91440" rtlCol="0" anchor="ctr" anchorCtr="0">
            <a:noAutofit/>
          </a:bodyPr>
          <a:lstStyle/>
          <a:p>
            <a:pPr algn="ctr"/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0B9BD1C-2C34-CB9E-C6A8-03ABAA63FA14}"/>
              </a:ext>
            </a:extLst>
          </p:cNvPr>
          <p:cNvGrpSpPr/>
          <p:nvPr/>
        </p:nvGrpSpPr>
        <p:grpSpPr>
          <a:xfrm>
            <a:off x="2519961" y="3431427"/>
            <a:ext cx="1042388" cy="335384"/>
            <a:chOff x="1903404" y="2047074"/>
            <a:chExt cx="864635" cy="278193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03B18DA-F4AE-7A55-948A-8A0725CD6FF6}"/>
                </a:ext>
              </a:extLst>
            </p:cNvPr>
            <p:cNvSpPr txBox="1"/>
            <p:nvPr/>
          </p:nvSpPr>
          <p:spPr>
            <a:xfrm>
              <a:off x="2160516" y="2055544"/>
              <a:ext cx="6075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140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EC89953B-39FE-60EB-EA4A-541A93143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3404" y="2047074"/>
              <a:ext cx="278193" cy="278193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CF7F14-89C3-9EC8-0A97-E5A4631589A5}"/>
              </a:ext>
            </a:extLst>
          </p:cNvPr>
          <p:cNvGrpSpPr/>
          <p:nvPr/>
        </p:nvGrpSpPr>
        <p:grpSpPr>
          <a:xfrm>
            <a:off x="2526205" y="4740130"/>
            <a:ext cx="1042388" cy="335384"/>
            <a:chOff x="1903404" y="2047074"/>
            <a:chExt cx="864635" cy="27819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E3A2D1D-5CA0-2DE1-04E7-52AD001C2258}"/>
                </a:ext>
              </a:extLst>
            </p:cNvPr>
            <p:cNvSpPr txBox="1"/>
            <p:nvPr/>
          </p:nvSpPr>
          <p:spPr>
            <a:xfrm>
              <a:off x="2160516" y="2055544"/>
              <a:ext cx="6075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1400">
                  <a:latin typeface="Arial" panose="020B0604020202020204" pitchFamily="34" charset="0"/>
                  <a:cs typeface="Arial" panose="020B0604020202020204" pitchFamily="34" charset="0"/>
                </a:rPr>
                <a:t>yes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D37854E-11CA-23A2-C796-0958F9376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3404" y="2047074"/>
              <a:ext cx="278193" cy="278193"/>
            </a:xfrm>
            <a:prstGeom prst="rect">
              <a:avLst/>
            </a:prstGeom>
          </p:spPr>
        </p:pic>
      </p:grp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65CBB2A7-2D69-F0BE-EA00-826BC5F78A7E}"/>
              </a:ext>
            </a:extLst>
          </p:cNvPr>
          <p:cNvCxnSpPr>
            <a:cxnSpLocks/>
            <a:stCxn id="105" idx="3"/>
          </p:cNvCxnSpPr>
          <p:nvPr/>
        </p:nvCxnSpPr>
        <p:spPr>
          <a:xfrm flipH="1" flipV="1">
            <a:off x="3892378" y="3271170"/>
            <a:ext cx="328518" cy="1187827"/>
          </a:xfrm>
          <a:prstGeom prst="bentConnector4">
            <a:avLst>
              <a:gd name="adj1" fmla="val -295266"/>
              <a:gd name="adj2" fmla="val 58352"/>
            </a:avLst>
          </a:prstGeom>
          <a:ln w="31750">
            <a:solidFill>
              <a:srgbClr val="003466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EE0E5962-F1D4-0BAA-469D-B14BC389673C}"/>
              </a:ext>
            </a:extLst>
          </p:cNvPr>
          <p:cNvGrpSpPr/>
          <p:nvPr/>
        </p:nvGrpSpPr>
        <p:grpSpPr>
          <a:xfrm>
            <a:off x="4441331" y="4280195"/>
            <a:ext cx="732418" cy="598008"/>
            <a:chOff x="4500725" y="2690459"/>
            <a:chExt cx="607523" cy="496033"/>
          </a:xfrm>
        </p:grpSpPr>
        <p:pic>
          <p:nvPicPr>
            <p:cNvPr id="131" name="Picture 130">
              <a:extLst>
                <a:ext uri="{FF2B5EF4-FFF2-40B4-BE49-F238E27FC236}">
                  <a16:creationId xmlns:a16="http://schemas.microsoft.com/office/drawing/2014/main" id="{5AB4E15C-C713-1FF2-A96C-23E4E794E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20203" y="2690459"/>
              <a:ext cx="274599" cy="274599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F28FF574-D59E-E099-DF1E-627DFFDF229E}"/>
                </a:ext>
              </a:extLst>
            </p:cNvPr>
            <p:cNvSpPr txBox="1"/>
            <p:nvPr/>
          </p:nvSpPr>
          <p:spPr>
            <a:xfrm>
              <a:off x="4500725" y="2924882"/>
              <a:ext cx="6075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KR" sz="1400"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9B49D195-1DFF-B3AD-149C-09AE1788CB3C}"/>
              </a:ext>
            </a:extLst>
          </p:cNvPr>
          <p:cNvSpPr txBox="1">
            <a:spLocks/>
          </p:cNvSpPr>
          <p:nvPr/>
        </p:nvSpPr>
        <p:spPr bwMode="auto">
          <a:xfrm>
            <a:off x="177828" y="142030"/>
            <a:ext cx="11550627" cy="1122167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2600" dirty="0"/>
              <a:t>A headline summarizes what the audience should understand from the figure (often based on intent) 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19D7895-E657-BEA8-66BD-EB724624459E}"/>
              </a:ext>
            </a:extLst>
          </p:cNvPr>
          <p:cNvSpPr txBox="1">
            <a:spLocks/>
          </p:cNvSpPr>
          <p:nvPr/>
        </p:nvSpPr>
        <p:spPr bwMode="auto">
          <a:xfrm>
            <a:off x="177829" y="1108018"/>
            <a:ext cx="11550626" cy="680518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1900" b="0" dirty="0"/>
              <a:t>Sub headlines can provide technical info or additional context (optional)</a:t>
            </a:r>
            <a:endParaRPr lang="en-US" sz="19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14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8E84A-6C0D-E5A6-6589-F16F550F1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 : coins arrondis 4">
            <a:extLst>
              <a:ext uri="{FF2B5EF4-FFF2-40B4-BE49-F238E27FC236}">
                <a16:creationId xmlns:a16="http://schemas.microsoft.com/office/drawing/2014/main" id="{9EB8A049-9987-1AA1-480E-3139E6542F1B}"/>
              </a:ext>
            </a:extLst>
          </p:cNvPr>
          <p:cNvSpPr/>
          <p:nvPr/>
        </p:nvSpPr>
        <p:spPr>
          <a:xfrm>
            <a:off x="212775" y="908138"/>
            <a:ext cx="2510448" cy="3315891"/>
          </a:xfrm>
          <a:prstGeom prst="roundRect">
            <a:avLst/>
          </a:prstGeom>
          <a:solidFill>
            <a:srgbClr val="E7F0F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spAutoFit/>
          </a:bodyPr>
          <a:lstStyle/>
          <a:p>
            <a:pPr defTabSz="914446">
              <a:defRPr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This box expands when text is typed into it. </a:t>
            </a:r>
          </a:p>
          <a:p>
            <a:pPr defTabSz="914446">
              <a:defRPr/>
            </a:pP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defTabSz="914446">
              <a:defRPr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amet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elit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Quisque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ullamcorper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libero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fermentum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orci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dapibus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tristique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4" name="Rectangle : coins arrondis 4">
            <a:extLst>
              <a:ext uri="{FF2B5EF4-FFF2-40B4-BE49-F238E27FC236}">
                <a16:creationId xmlns:a16="http://schemas.microsoft.com/office/drawing/2014/main" id="{C6AF37F1-3068-4980-6DEF-CB01135F0B4C}"/>
              </a:ext>
            </a:extLst>
          </p:cNvPr>
          <p:cNvSpPr/>
          <p:nvPr/>
        </p:nvSpPr>
        <p:spPr>
          <a:xfrm>
            <a:off x="2965536" y="908138"/>
            <a:ext cx="2510448" cy="3315891"/>
          </a:xfrm>
          <a:prstGeom prst="roundRect">
            <a:avLst/>
          </a:prstGeom>
          <a:noFill/>
          <a:ln w="25400">
            <a:solidFill>
              <a:srgbClr val="5492C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ctr" anchorCtr="0">
            <a:spAutoFit/>
          </a:bodyPr>
          <a:lstStyle/>
          <a:p>
            <a:pPr defTabSz="914446">
              <a:defRPr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This box expands when text is typed into it. </a:t>
            </a:r>
          </a:p>
          <a:p>
            <a:pPr defTabSz="914446">
              <a:defRPr/>
            </a:pP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  <a:p>
            <a:pPr defTabSz="914446">
              <a:defRPr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Lorem ipsum dolor sit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amet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consectetur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adipiscing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elit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Quisque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ullamcorper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libero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leo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ut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fermentum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orci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dapibus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tristique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6D7B2F4-B02A-24F0-A262-DF47E7F545A3}"/>
              </a:ext>
            </a:extLst>
          </p:cNvPr>
          <p:cNvSpPr/>
          <p:nvPr/>
        </p:nvSpPr>
        <p:spPr>
          <a:xfrm>
            <a:off x="10209976" y="3155456"/>
            <a:ext cx="882482" cy="442674"/>
          </a:xfrm>
          <a:prstGeom prst="roundRect">
            <a:avLst/>
          </a:prstGeom>
          <a:solidFill>
            <a:srgbClr val="5492CD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91440" rtlCol="0" anchor="ctr" anchorCtr="0">
            <a:spAutoFit/>
          </a:bodyPr>
          <a:lstStyle/>
          <a:p>
            <a:pPr defTabSz="914446">
              <a:defRPr/>
            </a:pPr>
            <a:r>
              <a:rPr lang="en-US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STEP 1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983EA7D-E1BC-06D1-86F0-27D7AC795CBA}"/>
              </a:ext>
            </a:extLst>
          </p:cNvPr>
          <p:cNvSpPr/>
          <p:nvPr/>
        </p:nvSpPr>
        <p:spPr>
          <a:xfrm>
            <a:off x="3309005" y="4653338"/>
            <a:ext cx="256032" cy="5771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D9D52A-2FF5-151D-AD90-EBD8411A6EF1}"/>
              </a:ext>
            </a:extLst>
          </p:cNvPr>
          <p:cNvGrpSpPr/>
          <p:nvPr/>
        </p:nvGrpSpPr>
        <p:grpSpPr>
          <a:xfrm>
            <a:off x="9193449" y="3133452"/>
            <a:ext cx="442675" cy="442675"/>
            <a:chOff x="914400" y="-1058803"/>
            <a:chExt cx="1905000" cy="1905000"/>
          </a:xfrm>
        </p:grpSpPr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B6569B1B-8C78-C41C-71DA-EA2101356C7F}"/>
                </a:ext>
              </a:extLst>
            </p:cNvPr>
            <p:cNvSpPr/>
            <p:nvPr/>
          </p:nvSpPr>
          <p:spPr>
            <a:xfrm>
              <a:off x="1600200" y="-533400"/>
              <a:ext cx="533400" cy="12025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8" name="Picture 37" descr="A yellow triangle with a exclamation mark&#10;&#10;AI-generated content may be incorrect.">
              <a:extLst>
                <a:ext uri="{FF2B5EF4-FFF2-40B4-BE49-F238E27FC236}">
                  <a16:creationId xmlns:a16="http://schemas.microsoft.com/office/drawing/2014/main" id="{BFF1366D-2E9E-BBA6-AAB2-62DBA40A4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-1058803"/>
              <a:ext cx="1905000" cy="1905000"/>
            </a:xfrm>
            <a:prstGeom prst="rect">
              <a:avLst/>
            </a:prstGeom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713A3762-FFF7-8F70-25ED-642557F08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118" y="1928140"/>
            <a:ext cx="334224" cy="33422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E21F0EF-3878-DE25-91AD-51C145B410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118" y="1362622"/>
            <a:ext cx="334224" cy="3342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333DE-DAA3-18A6-FEDB-61FE82C952CC}"/>
              </a:ext>
            </a:extLst>
          </p:cNvPr>
          <p:cNvSpPr txBox="1">
            <a:spLocks/>
          </p:cNvSpPr>
          <p:nvPr/>
        </p:nvSpPr>
        <p:spPr bwMode="auto">
          <a:xfrm>
            <a:off x="177828" y="142030"/>
            <a:ext cx="11550627" cy="734179"/>
          </a:xfrm>
          <a:prstGeom prst="rect">
            <a:avLst/>
          </a:prstGeom>
          <a:noFill/>
          <a:ln w="28575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400" b="1" i="0" kern="120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Additional elements that can be used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84BFF-35B4-2948-4024-224EC323D48F}"/>
              </a:ext>
            </a:extLst>
          </p:cNvPr>
          <p:cNvGrpSpPr/>
          <p:nvPr/>
        </p:nvGrpSpPr>
        <p:grpSpPr>
          <a:xfrm>
            <a:off x="7863812" y="4730989"/>
            <a:ext cx="410167" cy="461665"/>
            <a:chOff x="4811367" y="-632107"/>
            <a:chExt cx="410167" cy="461665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78A03A-1EDC-B0D5-5437-DA3E59324A43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DADE27-253B-2375-50B1-2ACCE8FB3B0F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82A6107-0126-CF2F-2A8D-F4E4A5DD68FB}"/>
              </a:ext>
            </a:extLst>
          </p:cNvPr>
          <p:cNvGrpSpPr/>
          <p:nvPr/>
        </p:nvGrpSpPr>
        <p:grpSpPr>
          <a:xfrm>
            <a:off x="8820627" y="4730989"/>
            <a:ext cx="527709" cy="461665"/>
            <a:chOff x="4740834" y="-617593"/>
            <a:chExt cx="527709" cy="461665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7934181-D105-266C-5222-75BE7118A234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6B9E73-8421-5CA5-7953-FFB7A86DDB98}"/>
                </a:ext>
              </a:extLst>
            </p:cNvPr>
            <p:cNvSpPr txBox="1"/>
            <p:nvPr/>
          </p:nvSpPr>
          <p:spPr>
            <a:xfrm>
              <a:off x="4740834" y="-617593"/>
              <a:ext cx="52770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EDDD956-CF1A-769B-3A60-45DED54AB009}"/>
              </a:ext>
            </a:extLst>
          </p:cNvPr>
          <p:cNvGrpSpPr/>
          <p:nvPr/>
        </p:nvGrpSpPr>
        <p:grpSpPr>
          <a:xfrm>
            <a:off x="1166121" y="4730989"/>
            <a:ext cx="410167" cy="461665"/>
            <a:chOff x="4811367" y="-632107"/>
            <a:chExt cx="410167" cy="461665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2466B7-C147-E343-06A0-C9B003C3E612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8F97BA-7F4F-1FE5-B3D9-9AC68CFDC5A2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8B5214-15A4-7F36-BB06-5BE0BA8F1944}"/>
              </a:ext>
            </a:extLst>
          </p:cNvPr>
          <p:cNvGrpSpPr/>
          <p:nvPr/>
        </p:nvGrpSpPr>
        <p:grpSpPr>
          <a:xfrm>
            <a:off x="209308" y="4730989"/>
            <a:ext cx="410167" cy="461665"/>
            <a:chOff x="4811367" y="-632107"/>
            <a:chExt cx="410167" cy="46166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766EC4F-CCDB-C0B7-B043-5A24B64981D0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CA32421-656F-2BE3-6EE2-50BEFFF0CDD1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8F771FE-7C8B-592F-9715-F6BD142CB967}"/>
              </a:ext>
            </a:extLst>
          </p:cNvPr>
          <p:cNvGrpSpPr/>
          <p:nvPr/>
        </p:nvGrpSpPr>
        <p:grpSpPr>
          <a:xfrm>
            <a:off x="2122934" y="4730989"/>
            <a:ext cx="410167" cy="461665"/>
            <a:chOff x="4811367" y="-632107"/>
            <a:chExt cx="410167" cy="461665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B0B957E-6D55-A0C2-4C36-1E0A62A4B1A4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6E4F749-0961-3632-D7D8-2A2A4CB32D30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4A597D1-FBE9-DE56-1389-27BF9B2BCF9C}"/>
              </a:ext>
            </a:extLst>
          </p:cNvPr>
          <p:cNvGrpSpPr/>
          <p:nvPr/>
        </p:nvGrpSpPr>
        <p:grpSpPr>
          <a:xfrm>
            <a:off x="3079747" y="4730989"/>
            <a:ext cx="410167" cy="461665"/>
            <a:chOff x="4811367" y="-632107"/>
            <a:chExt cx="410167" cy="46166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8C8A4D1-2498-FCEB-04A9-16797C8CD8E5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23E6AC-B3A7-195D-B827-4DF395246A29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65937A1-A6F8-1653-746D-E67D8B5BDAA0}"/>
              </a:ext>
            </a:extLst>
          </p:cNvPr>
          <p:cNvGrpSpPr/>
          <p:nvPr/>
        </p:nvGrpSpPr>
        <p:grpSpPr>
          <a:xfrm>
            <a:off x="4993373" y="4730989"/>
            <a:ext cx="410167" cy="461665"/>
            <a:chOff x="4811367" y="-632107"/>
            <a:chExt cx="410167" cy="461665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3C63D29-63F8-F617-3C52-BF28286C3014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570A526-6028-412C-A92E-D0A2B04DC5BE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B0E69EA-5851-0588-07DB-8D911AAD2E01}"/>
              </a:ext>
            </a:extLst>
          </p:cNvPr>
          <p:cNvGrpSpPr/>
          <p:nvPr/>
        </p:nvGrpSpPr>
        <p:grpSpPr>
          <a:xfrm>
            <a:off x="4036560" y="4730989"/>
            <a:ext cx="410167" cy="461665"/>
            <a:chOff x="4811367" y="-632107"/>
            <a:chExt cx="410167" cy="461665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B090D15-C8DA-068B-DFD0-E0AA8D5A6489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19739B1-91F6-1D01-7DEA-7F5B35995044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E19A60F-3375-267B-3E7C-3A02A05F6728}"/>
              </a:ext>
            </a:extLst>
          </p:cNvPr>
          <p:cNvGrpSpPr/>
          <p:nvPr/>
        </p:nvGrpSpPr>
        <p:grpSpPr>
          <a:xfrm>
            <a:off x="5950186" y="4730989"/>
            <a:ext cx="410167" cy="461665"/>
            <a:chOff x="4811367" y="-632107"/>
            <a:chExt cx="410167" cy="46166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0CEE6BD-E8E2-CA04-D177-38487936DD96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6CB76F6-3B1A-8AAB-BA30-7CE1D10D3375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A0F378-5A8C-B6A9-9A36-B0817E02D6D7}"/>
              </a:ext>
            </a:extLst>
          </p:cNvPr>
          <p:cNvGrpSpPr/>
          <p:nvPr/>
        </p:nvGrpSpPr>
        <p:grpSpPr>
          <a:xfrm>
            <a:off x="6906999" y="4730989"/>
            <a:ext cx="410167" cy="461665"/>
            <a:chOff x="4811367" y="-632107"/>
            <a:chExt cx="410167" cy="461665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519254B-B616-86DA-5C4C-6511878C4434}"/>
                </a:ext>
              </a:extLst>
            </p:cNvPr>
            <p:cNvSpPr/>
            <p:nvPr/>
          </p:nvSpPr>
          <p:spPr>
            <a:xfrm>
              <a:off x="4811367" y="-598663"/>
              <a:ext cx="410167" cy="410167"/>
            </a:xfrm>
            <a:prstGeom prst="ellipse">
              <a:avLst/>
            </a:prstGeom>
            <a:solidFill>
              <a:srgbClr val="5492CD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F25E7F0-B18C-98EC-B273-864ED395AC0A}"/>
                </a:ext>
              </a:extLst>
            </p:cNvPr>
            <p:cNvSpPr txBox="1"/>
            <p:nvPr/>
          </p:nvSpPr>
          <p:spPr>
            <a:xfrm>
              <a:off x="4841108" y="-632107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</p:grp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699E19E-3FC7-326B-8775-A3589304044E}"/>
              </a:ext>
            </a:extLst>
          </p:cNvPr>
          <p:cNvCxnSpPr>
            <a:cxnSpLocks/>
          </p:cNvCxnSpPr>
          <p:nvPr/>
        </p:nvCxnSpPr>
        <p:spPr>
          <a:xfrm rot="10800000">
            <a:off x="10209976" y="1409163"/>
            <a:ext cx="1457810" cy="159752"/>
          </a:xfrm>
          <a:prstGeom prst="bentConnector3">
            <a:avLst>
              <a:gd name="adj1" fmla="val 50000"/>
            </a:avLst>
          </a:prstGeom>
          <a:ln w="31750" cap="rnd" cmpd="sng">
            <a:solidFill>
              <a:srgbClr val="5492CD"/>
            </a:solidFill>
            <a:prstDash val="dash"/>
            <a:bevel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C6842B9-140D-AFAC-B48E-7336D9B34DBE}"/>
              </a:ext>
            </a:extLst>
          </p:cNvPr>
          <p:cNvCxnSpPr>
            <a:cxnSpLocks/>
          </p:cNvCxnSpPr>
          <p:nvPr/>
        </p:nvCxnSpPr>
        <p:spPr>
          <a:xfrm flipH="1">
            <a:off x="10209976" y="2218731"/>
            <a:ext cx="1457810" cy="0"/>
          </a:xfrm>
          <a:prstGeom prst="straightConnector1">
            <a:avLst/>
          </a:prstGeom>
          <a:ln w="31750">
            <a:solidFill>
              <a:srgbClr val="5492CD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0AB67C-4407-1FBD-F24C-B12CD135B5F4}"/>
              </a:ext>
            </a:extLst>
          </p:cNvPr>
          <p:cNvCxnSpPr>
            <a:cxnSpLocks/>
          </p:cNvCxnSpPr>
          <p:nvPr/>
        </p:nvCxnSpPr>
        <p:spPr>
          <a:xfrm flipV="1">
            <a:off x="10196758" y="2947694"/>
            <a:ext cx="1531697" cy="2578"/>
          </a:xfrm>
          <a:prstGeom prst="straightConnector1">
            <a:avLst/>
          </a:prstGeom>
          <a:ln w="31750">
            <a:solidFill>
              <a:srgbClr val="003466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9133F25-56A9-0295-87CF-58A70CAEB4B1}"/>
              </a:ext>
            </a:extLst>
          </p:cNvPr>
          <p:cNvCxnSpPr>
            <a:cxnSpLocks/>
          </p:cNvCxnSpPr>
          <p:nvPr/>
        </p:nvCxnSpPr>
        <p:spPr>
          <a:xfrm>
            <a:off x="10274361" y="2452020"/>
            <a:ext cx="1454094" cy="0"/>
          </a:xfrm>
          <a:prstGeom prst="straightConnector1">
            <a:avLst/>
          </a:prstGeom>
          <a:ln w="31750">
            <a:solidFill>
              <a:srgbClr val="003466"/>
            </a:solidFill>
            <a:prstDash val="dash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E609388-AC42-9BFF-6AFC-34BCB0E9B30A}"/>
              </a:ext>
            </a:extLst>
          </p:cNvPr>
          <p:cNvCxnSpPr>
            <a:cxnSpLocks/>
          </p:cNvCxnSpPr>
          <p:nvPr/>
        </p:nvCxnSpPr>
        <p:spPr>
          <a:xfrm flipV="1">
            <a:off x="10196758" y="2784408"/>
            <a:ext cx="1531697" cy="2578"/>
          </a:xfrm>
          <a:prstGeom prst="straightConnector1">
            <a:avLst/>
          </a:prstGeom>
          <a:ln w="31750">
            <a:solidFill>
              <a:srgbClr val="5492CD"/>
            </a:solidFill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0769020-82F1-8D34-A58A-D30960948418}"/>
              </a:ext>
            </a:extLst>
          </p:cNvPr>
          <p:cNvCxnSpPr>
            <a:cxnSpLocks/>
          </p:cNvCxnSpPr>
          <p:nvPr/>
        </p:nvCxnSpPr>
        <p:spPr>
          <a:xfrm rot="10800000">
            <a:off x="10209976" y="1699884"/>
            <a:ext cx="1457810" cy="159752"/>
          </a:xfrm>
          <a:prstGeom prst="bentConnector3">
            <a:avLst>
              <a:gd name="adj1" fmla="val 50000"/>
            </a:avLst>
          </a:prstGeom>
          <a:ln w="31750" cap="rnd" cmpd="sng">
            <a:solidFill>
              <a:srgbClr val="003466"/>
            </a:solidFill>
            <a:prstDash val="dash"/>
            <a:bevel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848EE7A-C72B-12F4-3B4C-19BAD9A7AF95}"/>
              </a:ext>
            </a:extLst>
          </p:cNvPr>
          <p:cNvGrpSpPr/>
          <p:nvPr/>
        </p:nvGrpSpPr>
        <p:grpSpPr>
          <a:xfrm>
            <a:off x="9207729" y="2567912"/>
            <a:ext cx="414114" cy="414114"/>
            <a:chOff x="3142456" y="2701308"/>
            <a:chExt cx="723900" cy="72390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FBA8B719-6506-AC4C-546D-78F34A1EAF97}"/>
                </a:ext>
              </a:extLst>
            </p:cNvPr>
            <p:cNvSpPr/>
            <p:nvPr/>
          </p:nvSpPr>
          <p:spPr>
            <a:xfrm>
              <a:off x="3186908" y="2738693"/>
              <a:ext cx="623092" cy="62309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9" name="Picture 58" descr="A green circle with a black tick in it&#10;&#10;AI-generated content may be incorrect.">
              <a:extLst>
                <a:ext uri="{FF2B5EF4-FFF2-40B4-BE49-F238E27FC236}">
                  <a16:creationId xmlns:a16="http://schemas.microsoft.com/office/drawing/2014/main" id="{52657C2F-ECD3-F64B-F480-7E81DDBD7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2456" y="2701308"/>
              <a:ext cx="723900" cy="723900"/>
            </a:xfrm>
            <a:prstGeom prst="rect">
              <a:avLst/>
            </a:prstGeom>
          </p:spPr>
        </p:pic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D535A72E-3311-41D3-02EB-5D4CFBA815C2}"/>
              </a:ext>
            </a:extLst>
          </p:cNvPr>
          <p:cNvSpPr txBox="1"/>
          <p:nvPr/>
        </p:nvSpPr>
        <p:spPr>
          <a:xfrm>
            <a:off x="3313124" y="4091455"/>
            <a:ext cx="1423194" cy="33855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Short Label</a:t>
            </a:r>
          </a:p>
        </p:txBody>
      </p:sp>
      <p:sp>
        <p:nvSpPr>
          <p:cNvPr id="80" name="Rectangle : coins arrondis 4">
            <a:extLst>
              <a:ext uri="{FF2B5EF4-FFF2-40B4-BE49-F238E27FC236}">
                <a16:creationId xmlns:a16="http://schemas.microsoft.com/office/drawing/2014/main" id="{BC130245-2EE5-0D18-C3B9-8C8E6921EE4B}"/>
              </a:ext>
            </a:extLst>
          </p:cNvPr>
          <p:cNvSpPr>
            <a:spLocks/>
          </p:cNvSpPr>
          <p:nvPr/>
        </p:nvSpPr>
        <p:spPr>
          <a:xfrm>
            <a:off x="300191" y="6092252"/>
            <a:ext cx="6805855" cy="469226"/>
          </a:xfrm>
          <a:prstGeom prst="roundRect">
            <a:avLst/>
          </a:prstGeom>
          <a:solidFill>
            <a:srgbClr val="D0E4E6">
              <a:alpha val="62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182880" rtlCol="0" anchor="t" anchorCtr="0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 marks – this bit highlighted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7591925-A83A-F292-AC06-93257CC64808}"/>
              </a:ext>
            </a:extLst>
          </p:cNvPr>
          <p:cNvGrpSpPr/>
          <p:nvPr/>
        </p:nvGrpSpPr>
        <p:grpSpPr>
          <a:xfrm>
            <a:off x="300191" y="5973447"/>
            <a:ext cx="11476813" cy="193091"/>
            <a:chOff x="355708" y="6177471"/>
            <a:chExt cx="11476813" cy="437178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3D89036-7085-BED8-E300-ED6BE18DF47B}"/>
                </a:ext>
              </a:extLst>
            </p:cNvPr>
            <p:cNvCxnSpPr>
              <a:cxnSpLocks/>
            </p:cNvCxnSpPr>
            <p:nvPr/>
          </p:nvCxnSpPr>
          <p:spPr>
            <a:xfrm>
              <a:off x="4658401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BC8F12F-E103-A896-CC65-849D58999B53}"/>
                </a:ext>
              </a:extLst>
            </p:cNvPr>
            <p:cNvCxnSpPr>
              <a:cxnSpLocks/>
            </p:cNvCxnSpPr>
            <p:nvPr/>
          </p:nvCxnSpPr>
          <p:spPr>
            <a:xfrm>
              <a:off x="5375984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78602B9-D642-5BB2-94A9-0AFBA95DEE0C}"/>
                </a:ext>
              </a:extLst>
            </p:cNvPr>
            <p:cNvCxnSpPr>
              <a:cxnSpLocks/>
            </p:cNvCxnSpPr>
            <p:nvPr/>
          </p:nvCxnSpPr>
          <p:spPr>
            <a:xfrm>
              <a:off x="1070486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74E05B1-4674-35B5-C7AE-5123D6979DC6}"/>
                </a:ext>
              </a:extLst>
            </p:cNvPr>
            <p:cNvCxnSpPr>
              <a:cxnSpLocks/>
            </p:cNvCxnSpPr>
            <p:nvPr/>
          </p:nvCxnSpPr>
          <p:spPr>
            <a:xfrm>
              <a:off x="6093567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012BDEF-BA47-CC1C-0C1D-FC97B5AF8E63}"/>
                </a:ext>
              </a:extLst>
            </p:cNvPr>
            <p:cNvCxnSpPr>
              <a:cxnSpLocks/>
            </p:cNvCxnSpPr>
            <p:nvPr/>
          </p:nvCxnSpPr>
          <p:spPr>
            <a:xfrm>
              <a:off x="1788069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830C32B-86D5-BD82-C2FA-D5E610F1F2B2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52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8ED17A5-09F5-C1E4-FF2C-6B196FAF3A0B}"/>
                </a:ext>
              </a:extLst>
            </p:cNvPr>
            <p:cNvCxnSpPr>
              <a:cxnSpLocks/>
            </p:cNvCxnSpPr>
            <p:nvPr/>
          </p:nvCxnSpPr>
          <p:spPr>
            <a:xfrm>
              <a:off x="3223235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8CCD3BD-5AFE-6099-3F95-C811E040F213}"/>
                </a:ext>
              </a:extLst>
            </p:cNvPr>
            <p:cNvCxnSpPr>
              <a:cxnSpLocks/>
            </p:cNvCxnSpPr>
            <p:nvPr/>
          </p:nvCxnSpPr>
          <p:spPr>
            <a:xfrm>
              <a:off x="3940818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6C86CB-3F8A-9405-EA7C-3838FC3C18B8}"/>
                </a:ext>
              </a:extLst>
            </p:cNvPr>
            <p:cNvCxnSpPr>
              <a:cxnSpLocks/>
            </p:cNvCxnSpPr>
            <p:nvPr/>
          </p:nvCxnSpPr>
          <p:spPr>
            <a:xfrm>
              <a:off x="9681482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B785CED-8093-F381-3B78-3A50D8E48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9065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E92764B-BC64-E9F3-B538-926C4985CF5F}"/>
                </a:ext>
              </a:extLst>
            </p:cNvPr>
            <p:cNvCxnSpPr>
              <a:cxnSpLocks/>
            </p:cNvCxnSpPr>
            <p:nvPr/>
          </p:nvCxnSpPr>
          <p:spPr>
            <a:xfrm>
              <a:off x="11116642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FB06F659-84A8-9A96-F7B6-914297EEA136}"/>
                </a:ext>
              </a:extLst>
            </p:cNvPr>
            <p:cNvCxnSpPr>
              <a:cxnSpLocks/>
            </p:cNvCxnSpPr>
            <p:nvPr/>
          </p:nvCxnSpPr>
          <p:spPr>
            <a:xfrm>
              <a:off x="6811150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0965997-66DD-F198-F2A6-3A6AC224AECD}"/>
                </a:ext>
              </a:extLst>
            </p:cNvPr>
            <p:cNvCxnSpPr>
              <a:cxnSpLocks/>
            </p:cNvCxnSpPr>
            <p:nvPr/>
          </p:nvCxnSpPr>
          <p:spPr>
            <a:xfrm>
              <a:off x="7528733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AF06C3E-F6F4-AB2A-BFA8-7EB2AA3D3C44}"/>
                </a:ext>
              </a:extLst>
            </p:cNvPr>
            <p:cNvCxnSpPr>
              <a:cxnSpLocks/>
            </p:cNvCxnSpPr>
            <p:nvPr/>
          </p:nvCxnSpPr>
          <p:spPr>
            <a:xfrm>
              <a:off x="8246316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D982937A-4BED-37FF-60E1-0879E0142870}"/>
                </a:ext>
              </a:extLst>
            </p:cNvPr>
            <p:cNvCxnSpPr>
              <a:cxnSpLocks/>
            </p:cNvCxnSpPr>
            <p:nvPr/>
          </p:nvCxnSpPr>
          <p:spPr>
            <a:xfrm>
              <a:off x="8963899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9FDCE17-F72D-52CF-9B4F-22F855CBE13C}"/>
                </a:ext>
              </a:extLst>
            </p:cNvPr>
            <p:cNvCxnSpPr>
              <a:cxnSpLocks/>
            </p:cNvCxnSpPr>
            <p:nvPr/>
          </p:nvCxnSpPr>
          <p:spPr>
            <a:xfrm>
              <a:off x="11832521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AB6D3E4-1F7B-DB6A-C307-51BEFF3A33A3}"/>
                </a:ext>
              </a:extLst>
            </p:cNvPr>
            <p:cNvCxnSpPr>
              <a:cxnSpLocks/>
            </p:cNvCxnSpPr>
            <p:nvPr/>
          </p:nvCxnSpPr>
          <p:spPr>
            <a:xfrm>
              <a:off x="355708" y="6177471"/>
              <a:ext cx="0" cy="437178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1779393"/>
      </p:ext>
    </p:extLst>
  </p:cSld>
  <p:clrMapOvr>
    <a:masterClrMapping/>
  </p:clrMapOvr>
</p:sld>
</file>

<file path=ppt/theme/theme1.xml><?xml version="1.0" encoding="utf-8"?>
<a:theme xmlns:a="http://schemas.openxmlformats.org/drawingml/2006/main" name="3_Content Slides">
  <a:themeElements>
    <a:clrScheme name="IDDP AR6">
      <a:dk1>
        <a:srgbClr val="464749"/>
      </a:dk1>
      <a:lt1>
        <a:srgbClr val="FFFFFF"/>
      </a:lt1>
      <a:dk2>
        <a:srgbClr val="101D3A"/>
      </a:dk2>
      <a:lt2>
        <a:srgbClr val="FFFFFF"/>
      </a:lt2>
      <a:accent1>
        <a:srgbClr val="5391CC"/>
      </a:accent1>
      <a:accent2>
        <a:srgbClr val="990002"/>
      </a:accent2>
      <a:accent3>
        <a:srgbClr val="003366"/>
      </a:accent3>
      <a:accent4>
        <a:srgbClr val="B4B5BD"/>
      </a:accent4>
      <a:accent5>
        <a:srgbClr val="00C5D6"/>
      </a:accent5>
      <a:accent6>
        <a:srgbClr val="0190DB"/>
      </a:accent6>
      <a:hlink>
        <a:srgbClr val="006995"/>
      </a:hlink>
      <a:folHlink>
        <a:srgbClr val="00C5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SDHealth-16x9" id="{6D9D32FB-35C8-1345-8EFA-FDD3A2A06C29}" vid="{D1FA57BC-5BD4-D841-879B-304073B8C059}"/>
    </a:ext>
  </a:extLst>
</a:theme>
</file>

<file path=ppt/theme/theme2.xml><?xml version="1.0" encoding="utf-8"?>
<a:theme xmlns:a="http://schemas.openxmlformats.org/drawingml/2006/main" name="Content Slides">
  <a:themeElements>
    <a:clrScheme name="IDDP AR6">
      <a:dk1>
        <a:srgbClr val="464749"/>
      </a:dk1>
      <a:lt1>
        <a:srgbClr val="FFFFFF"/>
      </a:lt1>
      <a:dk2>
        <a:srgbClr val="101D3A"/>
      </a:dk2>
      <a:lt2>
        <a:srgbClr val="FFFFFF"/>
      </a:lt2>
      <a:accent1>
        <a:srgbClr val="5391CC"/>
      </a:accent1>
      <a:accent2>
        <a:srgbClr val="990002"/>
      </a:accent2>
      <a:accent3>
        <a:srgbClr val="003366"/>
      </a:accent3>
      <a:accent4>
        <a:srgbClr val="B4B5BD"/>
      </a:accent4>
      <a:accent5>
        <a:srgbClr val="00C5D6"/>
      </a:accent5>
      <a:accent6>
        <a:srgbClr val="0190DB"/>
      </a:accent6>
      <a:hlink>
        <a:srgbClr val="006995"/>
      </a:hlink>
      <a:folHlink>
        <a:srgbClr val="00C5D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CSDHealth-16x9" id="{6D9D32FB-35C8-1345-8EFA-FDD3A2A06C29}" vid="{D1FA57BC-5BD4-D841-879B-304073B8C059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6367EF0DC46740AD33C6C60B8F3CA8" ma:contentTypeVersion="8" ma:contentTypeDescription="Create a new document." ma:contentTypeScope="" ma:versionID="82c1961e6091afba08b3e6d76e31d351">
  <xsd:schema xmlns:xsd="http://www.w3.org/2001/XMLSchema" xmlns:xs="http://www.w3.org/2001/XMLSchema" xmlns:p="http://schemas.microsoft.com/office/2006/metadata/properties" xmlns:ns2="36bcfc2e-5888-481e-87c4-064afa9af5b5" targetNamespace="http://schemas.microsoft.com/office/2006/metadata/properties" ma:root="true" ma:fieldsID="a258b2280d67182271fc02a6e1f05cd2" ns2:_="">
    <xsd:import namespace="36bcfc2e-5888-481e-87c4-064afa9af5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bcfc2e-5888-481e-87c4-064afa9af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52B057-8A72-4BD3-8C7C-1CF1584D2F55}">
  <ds:schemaRefs>
    <ds:schemaRef ds:uri="36bcfc2e-5888-481e-87c4-064afa9af5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E70C1B7-2877-4795-B654-A9A43F85E4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53D387-FDC1-407E-BD89-8655BEE2BE75}">
  <ds:schemaRefs>
    <ds:schemaRef ds:uri="36bcfc2e-5888-481e-87c4-064afa9af5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255</Words>
  <Application>Microsoft Macintosh PowerPoint</Application>
  <PresentationFormat>Widescreen</PresentationFormat>
  <Paragraphs>43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等线</vt:lpstr>
      <vt:lpstr>Aptos</vt:lpstr>
      <vt:lpstr>Arial</vt:lpstr>
      <vt:lpstr>Arial Narrow</vt:lpstr>
      <vt:lpstr>Calibri</vt:lpstr>
      <vt:lpstr>3_Content Slides</vt:lpstr>
      <vt:lpstr>Content Slides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xiaoye@cma.gov.cn</dc:creator>
  <cp:lastModifiedBy>Arlene Birt</cp:lastModifiedBy>
  <cp:revision>15</cp:revision>
  <dcterms:created xsi:type="dcterms:W3CDTF">2025-06-07T22:54:10Z</dcterms:created>
  <dcterms:modified xsi:type="dcterms:W3CDTF">2026-06-10T12:46:19Z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0x010100AE6367EF0DC46740AD33C6C60B8F3CA8</vt:lpwstr>
  </property>
</Properties>
</file>